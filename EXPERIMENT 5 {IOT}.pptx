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wav" ContentType="audio/x-wav"/>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96" d="100"/>
          <a:sy n="96" d="100"/>
        </p:scale>
        <p:origin x="86" y="1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A44822B-20B1-4AE0-9D9B-6F7439A78624}" type="datetimeFigureOut">
              <a:rPr lang="en-IN" smtClean="0"/>
              <a:t>26-03-2023</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8F626715-0D2B-423E-B5C6-765D5AF78F1E}" type="slidenum">
              <a:rPr lang="en-IN" smtClean="0"/>
              <a:t>‹#›</a:t>
            </a:fld>
            <a:endParaRPr lang="en-IN"/>
          </a:p>
        </p:txBody>
      </p:sp>
    </p:spTree>
    <p:extLst>
      <p:ext uri="{BB962C8B-B14F-4D97-AF65-F5344CB8AC3E}">
        <p14:creationId xmlns:p14="http://schemas.microsoft.com/office/powerpoint/2010/main" val="2117610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A44822B-20B1-4AE0-9D9B-6F7439A78624}" type="datetimeFigureOut">
              <a:rPr lang="en-IN" smtClean="0"/>
              <a:t>26-03-2023</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F626715-0D2B-423E-B5C6-765D5AF78F1E}" type="slidenum">
              <a:rPr lang="en-IN" smtClean="0"/>
              <a:t>‹#›</a:t>
            </a:fld>
            <a:endParaRPr lang="en-IN"/>
          </a:p>
        </p:txBody>
      </p:sp>
    </p:spTree>
    <p:extLst>
      <p:ext uri="{BB962C8B-B14F-4D97-AF65-F5344CB8AC3E}">
        <p14:creationId xmlns:p14="http://schemas.microsoft.com/office/powerpoint/2010/main" val="25197895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A44822B-20B1-4AE0-9D9B-6F7439A78624}" type="datetimeFigureOut">
              <a:rPr lang="en-IN" smtClean="0"/>
              <a:t>26-03-2023</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F626715-0D2B-423E-B5C6-765D5AF78F1E}" type="slidenum">
              <a:rPr lang="en-IN" smtClean="0"/>
              <a:t>‹#›</a:t>
            </a:fld>
            <a:endParaRPr lang="en-IN"/>
          </a:p>
        </p:txBody>
      </p:sp>
    </p:spTree>
    <p:extLst>
      <p:ext uri="{BB962C8B-B14F-4D97-AF65-F5344CB8AC3E}">
        <p14:creationId xmlns:p14="http://schemas.microsoft.com/office/powerpoint/2010/main" val="1476033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A44822B-20B1-4AE0-9D9B-6F7439A78624}" type="datetimeFigureOut">
              <a:rPr lang="en-IN" smtClean="0"/>
              <a:t>26-03-2023</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8F626715-0D2B-423E-B5C6-765D5AF78F1E}" type="slidenum">
              <a:rPr lang="en-IN" smtClean="0"/>
              <a:t>‹#›</a:t>
            </a:fld>
            <a:endParaRPr lang="en-IN"/>
          </a:p>
        </p:txBody>
      </p:sp>
    </p:spTree>
    <p:extLst>
      <p:ext uri="{BB962C8B-B14F-4D97-AF65-F5344CB8AC3E}">
        <p14:creationId xmlns:p14="http://schemas.microsoft.com/office/powerpoint/2010/main" val="3915800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A44822B-20B1-4AE0-9D9B-6F7439A78624}" type="datetimeFigureOut">
              <a:rPr lang="en-IN" smtClean="0"/>
              <a:t>26-03-2023</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F626715-0D2B-423E-B5C6-765D5AF78F1E}" type="slidenum">
              <a:rPr lang="en-IN" smtClean="0"/>
              <a:t>‹#›</a:t>
            </a:fld>
            <a:endParaRPr lang="en-IN"/>
          </a:p>
        </p:txBody>
      </p:sp>
    </p:spTree>
    <p:extLst>
      <p:ext uri="{BB962C8B-B14F-4D97-AF65-F5344CB8AC3E}">
        <p14:creationId xmlns:p14="http://schemas.microsoft.com/office/powerpoint/2010/main" val="39935217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A44822B-20B1-4AE0-9D9B-6F7439A78624}" type="datetimeFigureOut">
              <a:rPr lang="en-IN" smtClean="0"/>
              <a:t>26-03-2023</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8F626715-0D2B-423E-B5C6-765D5AF78F1E}" type="slidenum">
              <a:rPr lang="en-IN" smtClean="0"/>
              <a:t>‹#›</a:t>
            </a:fld>
            <a:endParaRPr lang="en-IN"/>
          </a:p>
        </p:txBody>
      </p:sp>
    </p:spTree>
    <p:extLst>
      <p:ext uri="{BB962C8B-B14F-4D97-AF65-F5344CB8AC3E}">
        <p14:creationId xmlns:p14="http://schemas.microsoft.com/office/powerpoint/2010/main" val="1813976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44822B-20B1-4AE0-9D9B-6F7439A78624}" type="datetimeFigureOut">
              <a:rPr lang="en-IN" smtClean="0"/>
              <a:t>26-03-2023</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8F626715-0D2B-423E-B5C6-765D5AF78F1E}" type="slidenum">
              <a:rPr lang="en-IN" smtClean="0"/>
              <a:t>‹#›</a:t>
            </a:fld>
            <a:endParaRPr lang="en-IN"/>
          </a:p>
        </p:txBody>
      </p:sp>
    </p:spTree>
    <p:extLst>
      <p:ext uri="{BB962C8B-B14F-4D97-AF65-F5344CB8AC3E}">
        <p14:creationId xmlns:p14="http://schemas.microsoft.com/office/powerpoint/2010/main" val="6760347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A44822B-20B1-4AE0-9D9B-6F7439A78624}" type="datetimeFigureOut">
              <a:rPr lang="en-IN" smtClean="0"/>
              <a:t>26-03-2023</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8F626715-0D2B-423E-B5C6-765D5AF78F1E}" type="slidenum">
              <a:rPr lang="en-IN" smtClean="0"/>
              <a:t>‹#›</a:t>
            </a:fld>
            <a:endParaRPr lang="en-IN"/>
          </a:p>
        </p:txBody>
      </p:sp>
    </p:spTree>
    <p:extLst>
      <p:ext uri="{BB962C8B-B14F-4D97-AF65-F5344CB8AC3E}">
        <p14:creationId xmlns:p14="http://schemas.microsoft.com/office/powerpoint/2010/main" val="1009161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A44822B-20B1-4AE0-9D9B-6F7439A78624}" type="datetimeFigureOut">
              <a:rPr lang="en-IN" smtClean="0"/>
              <a:t>26-03-2023</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F626715-0D2B-423E-B5C6-765D5AF78F1E}" type="slidenum">
              <a:rPr lang="en-IN" smtClean="0"/>
              <a:t>‹#›</a:t>
            </a:fld>
            <a:endParaRPr lang="en-IN"/>
          </a:p>
        </p:txBody>
      </p:sp>
    </p:spTree>
    <p:extLst>
      <p:ext uri="{BB962C8B-B14F-4D97-AF65-F5344CB8AC3E}">
        <p14:creationId xmlns:p14="http://schemas.microsoft.com/office/powerpoint/2010/main" val="2857244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A44822B-20B1-4AE0-9D9B-6F7439A78624}" type="datetimeFigureOut">
              <a:rPr lang="en-IN" smtClean="0"/>
              <a:t>26-03-2023</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F626715-0D2B-423E-B5C6-765D5AF78F1E}" type="slidenum">
              <a:rPr lang="en-IN" smtClean="0"/>
              <a:t>‹#›</a:t>
            </a:fld>
            <a:endParaRPr lang="en-IN"/>
          </a:p>
        </p:txBody>
      </p:sp>
    </p:spTree>
    <p:extLst>
      <p:ext uri="{BB962C8B-B14F-4D97-AF65-F5344CB8AC3E}">
        <p14:creationId xmlns:p14="http://schemas.microsoft.com/office/powerpoint/2010/main" val="3909448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A44822B-20B1-4AE0-9D9B-6F7439A78624}" type="datetimeFigureOut">
              <a:rPr lang="en-IN" smtClean="0"/>
              <a:t>26-03-2023</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F626715-0D2B-423E-B5C6-765D5AF78F1E}"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143793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A44822B-20B1-4AE0-9D9B-6F7439A78624}" type="datetimeFigureOut">
              <a:rPr lang="en-IN" smtClean="0"/>
              <a:t>26-03-2023</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F626715-0D2B-423E-B5C6-765D5AF78F1E}" type="slidenum">
              <a:rPr lang="en-IN" smtClean="0"/>
              <a:t>‹#›</a:t>
            </a:fld>
            <a:endParaRPr lang="en-IN"/>
          </a:p>
        </p:txBody>
      </p:sp>
    </p:spTree>
    <p:extLst>
      <p:ext uri="{BB962C8B-B14F-4D97-AF65-F5344CB8AC3E}">
        <p14:creationId xmlns:p14="http://schemas.microsoft.com/office/powerpoint/2010/main" val="12721306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A44822B-20B1-4AE0-9D9B-6F7439A78624}" type="datetimeFigureOut">
              <a:rPr lang="en-IN" smtClean="0"/>
              <a:t>26-03-2023</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F626715-0D2B-423E-B5C6-765D5AF78F1E}"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6668800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A44822B-20B1-4AE0-9D9B-6F7439A78624}" type="datetimeFigureOut">
              <a:rPr lang="en-IN" smtClean="0"/>
              <a:t>26-03-2023</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F626715-0D2B-423E-B5C6-765D5AF78F1E}" type="slidenum">
              <a:rPr lang="en-IN" smtClean="0"/>
              <a:t>‹#›</a:t>
            </a:fld>
            <a:endParaRPr lang="en-IN"/>
          </a:p>
        </p:txBody>
      </p:sp>
    </p:spTree>
    <p:extLst>
      <p:ext uri="{BB962C8B-B14F-4D97-AF65-F5344CB8AC3E}">
        <p14:creationId xmlns:p14="http://schemas.microsoft.com/office/powerpoint/2010/main" val="14940970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A44822B-20B1-4AE0-9D9B-6F7439A78624}" type="datetimeFigureOut">
              <a:rPr lang="en-IN" smtClean="0"/>
              <a:t>26-03-2023</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F626715-0D2B-423E-B5C6-765D5AF78F1E}" type="slidenum">
              <a:rPr lang="en-IN" smtClean="0"/>
              <a:t>‹#›</a:t>
            </a:fld>
            <a:endParaRPr lang="en-IN"/>
          </a:p>
        </p:txBody>
      </p:sp>
    </p:spTree>
    <p:extLst>
      <p:ext uri="{BB962C8B-B14F-4D97-AF65-F5344CB8AC3E}">
        <p14:creationId xmlns:p14="http://schemas.microsoft.com/office/powerpoint/2010/main" val="16931613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A44822B-20B1-4AE0-9D9B-6F7439A78624}" type="datetimeFigureOut">
              <a:rPr lang="en-IN" smtClean="0"/>
              <a:t>26-03-2023</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F626715-0D2B-423E-B5C6-765D5AF78F1E}" type="slidenum">
              <a:rPr lang="en-IN" smtClean="0"/>
              <a:t>‹#›</a:t>
            </a:fld>
            <a:endParaRPr lang="en-IN"/>
          </a:p>
        </p:txBody>
      </p:sp>
    </p:spTree>
    <p:extLst>
      <p:ext uri="{BB962C8B-B14F-4D97-AF65-F5344CB8AC3E}">
        <p14:creationId xmlns:p14="http://schemas.microsoft.com/office/powerpoint/2010/main" val="1163668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A44822B-20B1-4AE0-9D9B-6F7439A78624}" type="datetimeFigureOut">
              <a:rPr lang="en-IN" smtClean="0"/>
              <a:t>26-03-2023</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8F626715-0D2B-423E-B5C6-765D5AF78F1E}" type="slidenum">
              <a:rPr lang="en-IN" smtClean="0"/>
              <a:t>‹#›</a:t>
            </a:fld>
            <a:endParaRPr lang="en-IN"/>
          </a:p>
        </p:txBody>
      </p:sp>
    </p:spTree>
    <p:extLst>
      <p:ext uri="{BB962C8B-B14F-4D97-AF65-F5344CB8AC3E}">
        <p14:creationId xmlns:p14="http://schemas.microsoft.com/office/powerpoint/2010/main" val="2617748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audio" Target="../media/audio4.wav"/><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audio" Target="../media/audio5.wav"/><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audio" Target="../media/audio6.wav"/><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audio" Target="../media/audio7.wav"/><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IOT</a:t>
            </a:r>
            <a:endParaRPr lang="en-IN" dirty="0"/>
          </a:p>
        </p:txBody>
      </p:sp>
      <p:sp>
        <p:nvSpPr>
          <p:cNvPr id="3" name="Subtitle 2"/>
          <p:cNvSpPr>
            <a:spLocks noGrp="1"/>
          </p:cNvSpPr>
          <p:nvPr>
            <p:ph type="subTitle" idx="1"/>
          </p:nvPr>
        </p:nvSpPr>
        <p:spPr/>
        <p:txBody>
          <a:bodyPr/>
          <a:lstStyle/>
          <a:p>
            <a:r>
              <a:rPr lang="en-US" dirty="0" smtClean="0"/>
              <a:t>INTERNET OF THINGS</a:t>
            </a:r>
            <a:endParaRPr lang="en-IN"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18162" y="3977279"/>
            <a:ext cx="2857500" cy="1600200"/>
          </a:xfrm>
          <a:prstGeom prst="rect">
            <a:avLst/>
          </a:prstGeom>
          <a:ln>
            <a:noFill/>
          </a:ln>
          <a:effectLst>
            <a:softEdge rad="112500"/>
          </a:effectLst>
        </p:spPr>
      </p:pic>
      <p:sp>
        <p:nvSpPr>
          <p:cNvPr id="5" name="Action Button: Forward or Next 4">
            <a:hlinkClick r:id="" action="ppaction://hlinkshowjump?jump=nextslide" highlightClick="1"/>
          </p:cNvPr>
          <p:cNvSpPr/>
          <p:nvPr/>
        </p:nvSpPr>
        <p:spPr>
          <a:xfrm>
            <a:off x="3053301" y="1359673"/>
            <a:ext cx="1669774" cy="1154927"/>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Action Button: End 5">
            <a:hlinkClick r:id="" action="ppaction://hlinkshowjump?jump=lastslide" highlightClick="1"/>
            <a:hlinkHover r:id="" action="ppaction://hlinkshowjump?jump=lastslide"/>
          </p:cNvPr>
          <p:cNvSpPr/>
          <p:nvPr/>
        </p:nvSpPr>
        <p:spPr>
          <a:xfrm>
            <a:off x="8277308" y="1971923"/>
            <a:ext cx="1645920" cy="962108"/>
          </a:xfrm>
          <a:prstGeom prst="actionButtonE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008214856"/>
      </p:ext>
    </p:extLst>
  </p:cSld>
  <p:clrMapOvr>
    <a:masterClrMapping/>
  </p:clrMapOvr>
  <mc:AlternateContent xmlns:mc="http://schemas.openxmlformats.org/markup-compatibility/2006">
    <mc:Choice xmlns:p14="http://schemas.microsoft.com/office/powerpoint/2010/main" Requires="p14">
      <p:transition p14:dur="100">
        <p:cut/>
        <p:sndAc>
          <p:stSnd>
            <p:snd r:embed="rId2" name="chimes.wav"/>
          </p:stSnd>
        </p:sndAc>
      </p:transition>
    </mc:Choice>
    <mc:Fallback>
      <p:transition>
        <p:cut/>
        <p:sndAc>
          <p:stSnd>
            <p:snd r:embed="rId2" name="chimes.wav"/>
          </p:stSnd>
        </p:sndAc>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04184" y="1304014"/>
            <a:ext cx="5974342" cy="1247002"/>
          </a:xfrm>
        </p:spPr>
        <p:txBody>
          <a:bodyPr/>
          <a:lstStyle/>
          <a:p>
            <a:r>
              <a:rPr lang="en-US" dirty="0" smtClean="0">
                <a:solidFill>
                  <a:schemeClr val="accent6">
                    <a:lumMod val="75000"/>
                  </a:schemeClr>
                </a:solidFill>
              </a:rPr>
              <a:t>INTRODUCTION</a:t>
            </a:r>
            <a:endParaRPr lang="en-IN" dirty="0">
              <a:solidFill>
                <a:schemeClr val="accent6">
                  <a:lumMod val="75000"/>
                </a:schemeClr>
              </a:solidFill>
            </a:endParaRPr>
          </a:p>
        </p:txBody>
      </p:sp>
      <p:sp>
        <p:nvSpPr>
          <p:cNvPr id="3" name="Subtitle 2"/>
          <p:cNvSpPr>
            <a:spLocks noGrp="1"/>
          </p:cNvSpPr>
          <p:nvPr>
            <p:ph type="subTitle" idx="1"/>
          </p:nvPr>
        </p:nvSpPr>
        <p:spPr>
          <a:xfrm>
            <a:off x="2565360" y="2798860"/>
            <a:ext cx="8915399" cy="2818556"/>
          </a:xfrm>
        </p:spPr>
        <p:txBody>
          <a:bodyPr>
            <a:normAutofit/>
          </a:bodyPr>
          <a:lstStyle/>
          <a:p>
            <a:r>
              <a:rPr lang="en-US" dirty="0"/>
              <a:t>What is </a:t>
            </a:r>
            <a:r>
              <a:rPr lang="en-US" dirty="0" err="1"/>
              <a:t>IoT</a:t>
            </a:r>
            <a:r>
              <a:rPr lang="en-US" dirty="0"/>
              <a:t>? The Internet of Things (</a:t>
            </a:r>
            <a:r>
              <a:rPr lang="en-US" dirty="0" err="1"/>
              <a:t>IoT</a:t>
            </a:r>
            <a:r>
              <a:rPr lang="en-US" dirty="0"/>
              <a:t>) describes the network of physical objects—“things”—that are embedded with sensors, software, and other technologies for the purpose of connecting and exchanging data with other devices and systems over the internet.</a:t>
            </a:r>
            <a:endParaRPr lang="en-IN" dirty="0"/>
          </a:p>
        </p:txBody>
      </p:sp>
    </p:spTree>
    <p:extLst>
      <p:ext uri="{BB962C8B-B14F-4D97-AF65-F5344CB8AC3E}">
        <p14:creationId xmlns:p14="http://schemas.microsoft.com/office/powerpoint/2010/main" val="1710902458"/>
      </p:ext>
    </p:extLst>
  </p:cSld>
  <p:clrMapOvr>
    <a:masterClrMapping/>
  </p:clrMapOvr>
  <mc:AlternateContent xmlns:mc="http://schemas.openxmlformats.org/markup-compatibility/2006">
    <mc:Choice xmlns:p14="http://schemas.microsoft.com/office/powerpoint/2010/main" Requires="p14">
      <p:transition spd="med" p14:dur="700">
        <p:fade/>
        <p:sndAc>
          <p:stSnd>
            <p:snd r:embed="rId2" name="cashreg.wav"/>
          </p:stSnd>
        </p:sndAc>
      </p:transition>
    </mc:Choice>
    <mc:Fallback>
      <p:transition spd="med">
        <p:fade/>
        <p:sndAc>
          <p:stSnd>
            <p:snd r:embed="rId2" name="cashreg.wav"/>
          </p:stSnd>
        </p:sndAc>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TECHNOLOGY</a:t>
            </a:r>
            <a:endParaRPr lang="en-IN" dirty="0"/>
          </a:p>
        </p:txBody>
      </p:sp>
      <p:sp>
        <p:nvSpPr>
          <p:cNvPr id="3" name="Content Placeholder 2"/>
          <p:cNvSpPr>
            <a:spLocks noGrp="1"/>
          </p:cNvSpPr>
          <p:nvPr>
            <p:ph idx="1"/>
          </p:nvPr>
        </p:nvSpPr>
        <p:spPr/>
        <p:txBody>
          <a:bodyPr/>
          <a:lstStyle/>
          <a:p>
            <a:r>
              <a:rPr lang="en-IN" dirty="0"/>
              <a:t>Access to low-cost, low-power sensor technology. Affordable and reliable sensors are making </a:t>
            </a:r>
            <a:r>
              <a:rPr lang="en-IN" dirty="0" err="1"/>
              <a:t>IoT</a:t>
            </a:r>
            <a:r>
              <a:rPr lang="en-IN" dirty="0"/>
              <a:t> technology possible for more manufacturers.</a:t>
            </a:r>
          </a:p>
          <a:p>
            <a:r>
              <a:rPr lang="en-IN" dirty="0"/>
              <a:t>Connectivity. ...</a:t>
            </a:r>
          </a:p>
          <a:p>
            <a:r>
              <a:rPr lang="en-IN" dirty="0"/>
              <a:t>Cloud computing platforms. ...</a:t>
            </a:r>
          </a:p>
          <a:p>
            <a:r>
              <a:rPr lang="en-IN" dirty="0"/>
              <a:t>Machine learning and analytics. ...</a:t>
            </a:r>
          </a:p>
          <a:p>
            <a:r>
              <a:rPr lang="en-IN" dirty="0"/>
              <a:t>Conversational artificial intelligence (AI).</a:t>
            </a:r>
          </a:p>
          <a:p>
            <a:r>
              <a:rPr lang="en-IN" dirty="0"/>
              <a:t/>
            </a:r>
            <a:br>
              <a:rPr lang="en-IN" dirty="0"/>
            </a:br>
            <a:endParaRPr lang="en-IN" dirty="0"/>
          </a:p>
        </p:txBody>
      </p:sp>
    </p:spTree>
    <p:extLst>
      <p:ext uri="{BB962C8B-B14F-4D97-AF65-F5344CB8AC3E}">
        <p14:creationId xmlns:p14="http://schemas.microsoft.com/office/powerpoint/2010/main" val="1784388846"/>
      </p:ext>
    </p:extLst>
  </p:cSld>
  <p:clrMapOvr>
    <a:masterClrMapping/>
  </p:clrMapOvr>
  <mc:AlternateContent xmlns:mc="http://schemas.openxmlformats.org/markup-compatibility/2006">
    <mc:Choice xmlns:p14="http://schemas.microsoft.com/office/powerpoint/2010/main" Requires="p14">
      <p:transition p14:dur="100">
        <p:cut/>
        <p:sndAc>
          <p:stSnd>
            <p:snd r:embed="rId2" name="camera.wav"/>
          </p:stSnd>
        </p:sndAc>
      </p:transition>
    </mc:Choice>
    <mc:Fallback>
      <p:transition>
        <p:cut/>
        <p:sndAc>
          <p:stSnd>
            <p:snd r:embed="rId2" name="camera.wav"/>
          </p:stSnd>
        </p:sndAc>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IT WORKS</a:t>
            </a:r>
            <a:endParaRPr lang="en-IN" dirty="0"/>
          </a:p>
        </p:txBody>
      </p:sp>
      <p:sp>
        <p:nvSpPr>
          <p:cNvPr id="3" name="Text Placeholder 2"/>
          <p:cNvSpPr>
            <a:spLocks noGrp="1"/>
          </p:cNvSpPr>
          <p:nvPr>
            <p:ph type="body" idx="1"/>
          </p:nvPr>
        </p:nvSpPr>
        <p:spPr>
          <a:xfrm>
            <a:off x="2589212" y="3530129"/>
            <a:ext cx="9290037" cy="1916514"/>
          </a:xfrm>
        </p:spPr>
        <p:txBody>
          <a:bodyPr>
            <a:normAutofit/>
          </a:bodyPr>
          <a:lstStyle/>
          <a:p>
            <a:r>
              <a:rPr lang="en-US" dirty="0" err="1"/>
              <a:t>IoT</a:t>
            </a:r>
            <a:r>
              <a:rPr lang="en-US" dirty="0"/>
              <a:t> devices share the sensor data they collect by connecting to an </a:t>
            </a:r>
            <a:r>
              <a:rPr lang="en-US" dirty="0" err="1"/>
              <a:t>IoT</a:t>
            </a:r>
            <a:r>
              <a:rPr lang="en-US" dirty="0"/>
              <a:t> gateway or other edge device where data is either sent to the cloud to be analyzed or analyzed locally. Sometimes, these devices communicate with other related devices and act on the information they get from one another.</a:t>
            </a:r>
            <a:endParaRPr lang="en-IN" dirty="0"/>
          </a:p>
        </p:txBody>
      </p:sp>
    </p:spTree>
    <p:extLst>
      <p:ext uri="{BB962C8B-B14F-4D97-AF65-F5344CB8AC3E}">
        <p14:creationId xmlns:p14="http://schemas.microsoft.com/office/powerpoint/2010/main" val="1873299548"/>
      </p:ext>
    </p:extLst>
  </p:cSld>
  <p:clrMapOvr>
    <a:masterClrMapping/>
  </p:clrMapOvr>
  <mc:AlternateContent xmlns:mc="http://schemas.openxmlformats.org/markup-compatibility/2006">
    <mc:Choice xmlns:p14="http://schemas.microsoft.com/office/powerpoint/2010/main" Requires="p14">
      <p:transition spd="slow" p14:dur="1500">
        <p:split orient="vert"/>
        <p:sndAc>
          <p:stSnd>
            <p:snd r:embed="rId2" name="breeze.wav"/>
          </p:stSnd>
        </p:sndAc>
      </p:transition>
    </mc:Choice>
    <mc:Fallback>
      <p:transition spd="slow">
        <p:split orient="vert"/>
        <p:sndAc>
          <p:stSnd>
            <p:snd r:embed="rId2" name="breeze.wav"/>
          </p:stSnd>
        </p:sndAc>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APPLICATIONS OF IOT</a:t>
            </a:r>
            <a:endParaRPr lang="en-IN" dirty="0"/>
          </a:p>
        </p:txBody>
      </p:sp>
      <p:sp>
        <p:nvSpPr>
          <p:cNvPr id="3" name="Subtitle 2"/>
          <p:cNvSpPr>
            <a:spLocks noGrp="1"/>
          </p:cNvSpPr>
          <p:nvPr>
            <p:ph type="subTitle" idx="1"/>
          </p:nvPr>
        </p:nvSpPr>
        <p:spPr/>
        <p:txBody>
          <a:bodyPr>
            <a:normAutofit fontScale="92500" lnSpcReduction="10000"/>
          </a:bodyPr>
          <a:lstStyle/>
          <a:p>
            <a:r>
              <a:rPr lang="en-US" dirty="0" err="1"/>
              <a:t>IoT</a:t>
            </a:r>
            <a:r>
              <a:rPr lang="en-US" dirty="0"/>
              <a:t> allows you to connect all your home applications like air conditioners, lighting, locks, thermostat, theft alarm systems, and whatnot into a single system and have the control at your fingertips with a smartphone. It is predicted that by 2023, 309M homes worldwide will have smart systems installed</a:t>
            </a:r>
            <a:endParaRPr lang="en-IN" dirty="0"/>
          </a:p>
        </p:txBody>
      </p:sp>
    </p:spTree>
    <p:extLst>
      <p:ext uri="{BB962C8B-B14F-4D97-AF65-F5344CB8AC3E}">
        <p14:creationId xmlns:p14="http://schemas.microsoft.com/office/powerpoint/2010/main" val="698305765"/>
      </p:ext>
    </p:extLst>
  </p:cSld>
  <p:clrMapOvr>
    <a:masterClrMapping/>
  </p:clrMapOvr>
  <mc:AlternateContent xmlns:mc="http://schemas.openxmlformats.org/markup-compatibility/2006">
    <mc:Choice xmlns:p14="http://schemas.microsoft.com/office/powerpoint/2010/main" Requires="p14">
      <p:transition spd="slow" p14:dur="3400">
        <p14:reveal/>
        <p:sndAc>
          <p:stSnd>
            <p:snd r:embed="rId2" name="bomb.wav"/>
          </p:stSnd>
        </p:sndAc>
      </p:transition>
    </mc:Choice>
    <mc:Fallback>
      <p:transition spd="slow">
        <p:fade/>
        <p:sndAc>
          <p:stSnd>
            <p:snd r:embed="rId2" name="bomb.wav"/>
          </p:stSnd>
        </p:sndAc>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 OF IOT</a:t>
            </a:r>
            <a:endParaRPr lang="en-IN" dirty="0"/>
          </a:p>
        </p:txBody>
      </p:sp>
      <p:sp>
        <p:nvSpPr>
          <p:cNvPr id="3" name="Text Placeholder 2"/>
          <p:cNvSpPr>
            <a:spLocks noGrp="1"/>
          </p:cNvSpPr>
          <p:nvPr>
            <p:ph type="body" idx="1"/>
          </p:nvPr>
        </p:nvSpPr>
        <p:spPr>
          <a:xfrm>
            <a:off x="2279111" y="3527550"/>
            <a:ext cx="8915399" cy="1752116"/>
          </a:xfrm>
        </p:spPr>
        <p:txBody>
          <a:bodyPr>
            <a:normAutofit fontScale="85000" lnSpcReduction="20000"/>
          </a:bodyPr>
          <a:lstStyle/>
          <a:p>
            <a:r>
              <a:rPr lang="en-US" dirty="0"/>
              <a:t>Reduced costs.</a:t>
            </a:r>
          </a:p>
          <a:p>
            <a:r>
              <a:rPr lang="en-US" dirty="0"/>
              <a:t>Higher efficiency and productivity.</a:t>
            </a:r>
          </a:p>
          <a:p>
            <a:r>
              <a:rPr lang="en-US" dirty="0"/>
              <a:t>More business opportunities.</a:t>
            </a:r>
          </a:p>
          <a:p>
            <a:r>
              <a:rPr lang="en-US" dirty="0"/>
              <a:t>Improved customer experience.</a:t>
            </a:r>
          </a:p>
          <a:p>
            <a:r>
              <a:rPr lang="en-US" dirty="0"/>
              <a:t>Increased mobility and agility.</a:t>
            </a:r>
          </a:p>
          <a:p>
            <a:endParaRPr lang="en-IN" dirty="0"/>
          </a:p>
        </p:txBody>
      </p:sp>
    </p:spTree>
    <p:extLst>
      <p:ext uri="{BB962C8B-B14F-4D97-AF65-F5344CB8AC3E}">
        <p14:creationId xmlns:p14="http://schemas.microsoft.com/office/powerpoint/2010/main" val="311715564"/>
      </p:ext>
    </p:extLst>
  </p:cSld>
  <p:clrMapOvr>
    <a:masterClrMapping/>
  </p:clrMapOvr>
  <p:transition spd="slow">
    <p:randomBar dir="vert"/>
    <p:sndAc>
      <p:stSnd>
        <p:snd r:embed="rId2" name="arrow.wav"/>
      </p:stSnd>
    </p:sndAc>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31177" y="2293883"/>
            <a:ext cx="8911687" cy="1721525"/>
          </a:xfrm>
        </p:spPr>
        <p:txBody>
          <a:bodyPr>
            <a:normAutofit/>
          </a:bodyPr>
          <a:lstStyle/>
          <a:p>
            <a:r>
              <a:rPr lang="en-US" sz="8000" dirty="0" smtClean="0"/>
              <a:t>THANK YOU</a:t>
            </a:r>
            <a:endParaRPr lang="en-IN" sz="8000" dirty="0"/>
          </a:p>
        </p:txBody>
      </p:sp>
    </p:spTree>
    <p:extLst>
      <p:ext uri="{BB962C8B-B14F-4D97-AF65-F5344CB8AC3E}">
        <p14:creationId xmlns:p14="http://schemas.microsoft.com/office/powerpoint/2010/main" val="383213418"/>
      </p:ext>
    </p:extLst>
  </p:cSld>
  <p:clrMapOvr>
    <a:masterClrMapping/>
  </p:clrMapOvr>
  <mc:AlternateContent xmlns:mc="http://schemas.openxmlformats.org/markup-compatibility/2006">
    <mc:Choice xmlns:p14="http://schemas.microsoft.com/office/powerpoint/2010/main" Requires="p14">
      <p:transition spd="slow" p14:dur="800">
        <p:circle/>
        <p:sndAc>
          <p:stSnd>
            <p:snd r:embed="rId2" name="applause.wav"/>
          </p:stSnd>
        </p:sndAc>
      </p:transition>
    </mc:Choice>
    <mc:Fallback>
      <p:transition spd="slow">
        <p:circle/>
        <p:sndAc>
          <p:stSnd>
            <p:snd r:embed="rId2" name="applause.wav"/>
          </p:stSnd>
        </p:sndAc>
      </p:transition>
    </mc:Fallback>
  </mc:AlternateContent>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16</TotalTime>
  <Words>190</Words>
  <Application>Microsoft Office PowerPoint</Application>
  <PresentationFormat>Widescreen</PresentationFormat>
  <Paragraphs>22</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Century Gothic</vt:lpstr>
      <vt:lpstr>Wingdings 3</vt:lpstr>
      <vt:lpstr>Wisp</vt:lpstr>
      <vt:lpstr>IOT</vt:lpstr>
      <vt:lpstr>INTRODUCTION</vt:lpstr>
      <vt:lpstr>TECHNOLOGY</vt:lpstr>
      <vt:lpstr>HOW IT WORKS</vt:lpstr>
      <vt:lpstr>APPLICATIONS OF IOT</vt:lpstr>
      <vt:lpstr>ADVANTAGES OF IOT</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dc:title>
  <dc:creator>Lokesh Reddy</dc:creator>
  <cp:lastModifiedBy>Lokesh Reddy</cp:lastModifiedBy>
  <cp:revision>3</cp:revision>
  <dcterms:created xsi:type="dcterms:W3CDTF">2023-03-26T10:07:47Z</dcterms:created>
  <dcterms:modified xsi:type="dcterms:W3CDTF">2023-03-26T10:24:17Z</dcterms:modified>
</cp:coreProperties>
</file>